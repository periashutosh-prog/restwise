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37E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66E-4600-B503-1D080C16745D}"/>
              </c:ext>
            </c:extLst>
          </c:dPt>
          <c:dPt>
            <c:idx val="1"/>
            <c:invertIfNegative val="0"/>
            <c:bubble3D val="0"/>
            <c:spPr>
              <a:solidFill>
                <a:srgbClr val="2F9E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6E-4600-B503-1D080C16745D}"/>
              </c:ext>
            </c:extLst>
          </c:dPt>
          <c:dPt>
            <c:idx val="2"/>
            <c:invertIfNegative val="0"/>
            <c:bubble3D val="0"/>
            <c:spPr>
              <a:solidFill>
                <a:srgbClr val="EF83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6E-4600-B503-1D080C16745D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C2B2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More than 8 hours</c:v>
                </c:pt>
                <c:pt idx="1">
                  <c:v>6 – 8 hours</c:v>
                </c:pt>
                <c:pt idx="2">
                  <c:v>Less than 5 hours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39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66E-4600-B503-1D080C1674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B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43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Restwise is a wearable for students that protects sleep. The three pills are the point of difference — it has no radios at all. Our NCSC theme is Food, Agriculture and Health, and we're taking on the Health side: student sleep.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two bars. The gap is about three hours a night. Multiply that across a school year and it stops being a small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personal — this is the story of how the idea began, not a statistic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this was a real survey with real students — collected both on paper and through our own website, not guessed at. Over 100 responses gives us something solid to design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finding. Read the orange bar out loud — nearly 3 in 10 students are under five hours a night, which is genuinely alarming for a growing 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findings, one sentence each — stress frequency, daytime energy, and breaks. The last line is the bridge into the insight slide — no recovery time means tiredness stacks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turn in the presentation — from problem to solution. Say the second line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product in one breath. Three pillars — protect sleep, force breaks, no radios. The third one is what makes it different from every other smartwatch.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judges will ask about. The answer: a device meant to reduce distraction cannot itself be a source of distraction. Removing the radio is a design decision, not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left to right. Emphasise step 2 — the software will not let a parent save a schedule that starves the child of sleep. That check is the heart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ESP32 when we don't use its radio: it's cheap, widely available, low power, and easy for students to work with. Turning the radio off costs us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message is that the parent does almost nothing — the app does the thinking and the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the NCSC theme explicitly here — the judges are listening for that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 — the prototype is real, the trial is the next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line, then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624" y="1170432"/>
            <a:ext cx="1298448" cy="12984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Restwise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0" y="3657600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 that guards sleep — instead of stealing it.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291373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291373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10829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510829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Bluetooth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0285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0285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40" dirty="0">
                <a:solidFill>
                  <a:srgbClr val="8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Children's Science Congress   ·   Food, Agriculture and Health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ends at 3.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 doesn't.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6700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tuition, homework and travel, a student's day quietly stretches past midnight.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5844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is the only block in that day with no fixed start time. So it becomes the one that gets cut — every single night.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12280" y="16459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TEENAGER NEEDS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12280" y="1993392"/>
            <a:ext cx="4206240" cy="566928"/>
          </a:xfrm>
          <a:prstGeom prst="roundRect">
            <a:avLst>
              <a:gd name="adj" fmla="val 48387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068312" y="19933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hours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STUDENTS GET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3364992"/>
            <a:ext cx="2721685" cy="566928"/>
          </a:xfrm>
          <a:prstGeom prst="roundRect">
            <a:avLst>
              <a:gd name="adj" fmla="val 48387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068312" y="33649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hours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4297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shortfall of roughly 3 hours — repeated every school night, for years.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pic>
        <p:nvPicPr>
          <p:cNvPr id="17" name="!!logo">
            <a:extLst>
              <a:ext uri="{FF2B5EF4-FFF2-40B4-BE49-F238E27FC236}">
                <a16:creationId xmlns:a16="http://schemas.microsoft.com/office/drawing/2014/main" id="{BE145122-2510-B44F-229F-BFCC5B142D5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32160" y="508000"/>
            <a:ext cx="548640" cy="548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IDEA CAME FROM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noticed it before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could prove it.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was everywhere around us — classmates falling asleep in class, skipping breakfast, carrying tuition bags into the evening.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703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'everyone seems tired' is not evidence. Before designing anything, we wanted to know how big the problem actually was.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88720"/>
            <a:ext cx="5120640" cy="4114800"/>
          </a:xfrm>
          <a:prstGeom prst="roundRect">
            <a:avLst>
              <a:gd name="adj" fmla="val 1111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739128" y="129844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2F9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670048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hardest-working</a:t>
            </a: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in class always</a:t>
            </a: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exhausted one?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590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started this project.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assume.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asked.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3232" y="2743200"/>
            <a:ext cx="4663440" cy="2377440"/>
          </a:xfrm>
          <a:prstGeom prst="roundRect">
            <a:avLst>
              <a:gd name="adj" fmla="val 1923"/>
            </a:avLst>
          </a:prstGeom>
          <a:solidFill>
            <a:srgbClr val="0F4D44"/>
          </a:solidFill>
          <a:ln w="12700">
            <a:solidFill>
              <a:srgbClr val="0F4D44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124712" y="299923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42245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students surveyed, across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classes and age groups.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024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asked them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C:\Users\Ashut\AppData\Local\Temp\claude\D--NCSC-HealthTracker\73a9a84b-9176-4595-9c0d-23c539b44801\scratchpad\assets\ic-clock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532" y="1740652"/>
            <a:ext cx="304312" cy="304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14032" y="16184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real daily schedule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114032" y="190195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School, tuition, homework and travel — hour by hour.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256032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532" y="2700772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14032" y="25786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on school nights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114032" y="28620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they sleep, what time they wake.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55080" y="352044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532" y="3660892"/>
            <a:ext cx="304312" cy="304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14032" y="35387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and its triggers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114032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often, and what sets it off.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448056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532" y="4621012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4032" y="4498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wind-down habits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114032" y="478231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any rest is built into the day at all.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541324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on paper and online — every answer came from a real student.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 ·  01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students are running on empty.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690372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/>
        </p:nvGraphicFramePr>
        <p:xfrm>
          <a:off x="969264" y="2029968"/>
          <a:ext cx="6400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3"/>
          <p:cNvSpPr/>
          <p:nvPr/>
        </p:nvSpPr>
        <p:spPr>
          <a:xfrm>
            <a:off x="7973568" y="1783080"/>
            <a:ext cx="3502152" cy="3886200"/>
          </a:xfrm>
          <a:prstGeom prst="roundRect">
            <a:avLst>
              <a:gd name="adj" fmla="val 1305"/>
            </a:avLst>
          </a:prstGeom>
          <a:solidFill>
            <a:srgbClr val="0F4D44"/>
          </a:solidFill>
          <a:ln w="12700">
            <a:solidFill>
              <a:srgbClr val="0F4D44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275320" y="2148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in 10</a:t>
            </a:r>
            <a:endParaRPr lang="en-US" sz="58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sleep 8 hours or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on a school night.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4251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3 in 10 get less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5 hours on some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nights.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Graphic spid="5" grpId="0">
        <p:bldAsOne/>
      </p:bldGraphic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 · 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just the hours. It's the relentlessness.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97280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288" y="2370856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1 in 3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 feel stressed almost every day because of school, tuition or exams.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07408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91456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C:\Users\Ashut\AppData\Local\Temp\claude\D--NCSC-HealthTracker\73a9a84b-9176-4595-9c0d-23c539b44801\scratchpad\assets\ic-boo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464" y="237085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1456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half</a:t>
            </a:r>
            <a:endParaRPr lang="en-US" sz="2300" dirty="0"/>
          </a:p>
        </p:txBody>
      </p:sp>
      <p:sp>
        <p:nvSpPr>
          <p:cNvPr id="13" name="Text 9"/>
          <p:cNvSpPr txBox="1"/>
          <p:nvPr/>
        </p:nvSpPr>
        <p:spPr>
          <a:xfrm>
            <a:off x="4791456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low or very low energy levels during the day.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85632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237E71"/>
          </a:solidFill>
          <a:ln w="12700">
            <a:solidFill>
              <a:srgbClr val="237E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3640" y="237085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1 in 3</a:t>
            </a:r>
            <a:endParaRPr lang="en-US" sz="230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get a proper break between school, tuition and homework.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713232" y="506577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never gets a break never gets to recover — so the tiredness compounds instead of resetting.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1417320"/>
            <a:ext cx="822960" cy="82296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C:\Users\Ashut\AppData\Local\Temp\claude\D--NCSC-HealthTracker\73a9a84b-9176-4595-9c0d-23c539b44801\scratchpad\assets\ic-spark-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16148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13232" y="24871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7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816352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FDC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already know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FDC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need sleep.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40416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in their day protects it.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posters don't fix this. A schedule that actually holds the line does.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pic>
        <p:nvPicPr>
          <p:cNvPr id="3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960120"/>
            <a:ext cx="868680" cy="868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10512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Restwise.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121408"/>
            <a:ext cx="1076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smartwatch that carries one job: hold a student's day to a schedule that leaves room for sleep.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13232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097280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899" y="3335731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sleep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 is checked for a full 8-hour sleep block before it can be saved.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07408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791456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5075" y="3335731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91456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real breaks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791456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buzz for water and rest during long stretches of study.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01584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485632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C:\Users\Ashut\AppData\Local\Temp\claude\D--NCSC-HealthTracker\73a9a84b-9176-4595-9c0d-23c539b44801\scratchpad\assets\ic-wifiOff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9251" y="3335731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85632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radios at all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485632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Wi-Fi, no Bluetooth, no notifications. Nothing to scroll, nothing to be distracted by.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other smartwatch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adds one more screen.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3957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distracted, sleep-deprived student a device that buzzes with messages solves nothing. So we removed the radios entirely.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456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talks to exactly one thing: a parent's computer, over a cable, when the parent chooses.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1993392"/>
          </a:xfrm>
          <a:prstGeom prst="roundRect">
            <a:avLst>
              <a:gd name="adj" fmla="val 2294"/>
            </a:avLst>
          </a:prstGeom>
          <a:solidFill>
            <a:srgbClr val="FBEEE7"/>
          </a:solidFill>
          <a:ln w="12700">
            <a:solidFill>
              <a:srgbClr val="FBEEE7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739128" y="1481328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191" y="1617391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517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C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smartwatch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739128" y="22677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5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wireless signal · notifications · games and apps · another thing to check at midnight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3401568"/>
            <a:ext cx="5120640" cy="1993392"/>
          </a:xfrm>
          <a:prstGeom prst="roundRect">
            <a:avLst>
              <a:gd name="adj" fmla="val 2294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739128" y="3712464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191" y="3848527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3749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739128" y="44988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radio emission · a schedule and a clock · nothing to open, nothing to scroll, nothing to notify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steps. Once a week.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97280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145536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C:\Users\Ashut\AppData\Local\Temp\claude\D--NCSC-HealthTracker\73a9a84b-9176-4595-9c0d-23c539b44801\scratchpad\assets\ic-chart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988" y="2280148"/>
            <a:ext cx="304312" cy="304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plans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chat on our website builds the week around the child's real school and tuition timings.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07408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4791456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839712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C:\Users\Ashut\AppData\Local\Temp\claude\D--NCSC-HealthTracker\73a9a84b-9176-4595-9c0d-23c539b44801\scratchpad\assets\ic-chec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164" y="2280148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91456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checked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791456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 refuses any schedule that leaves less than 8 hours of sleep, and adds water breaks automatically.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01584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8485632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0533888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4340" y="2280148"/>
            <a:ext cx="304312" cy="304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85632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is updated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85632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cable, one click. The schedule is compiled and sent to the watch — then the cable comes off.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13232" y="5047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 the watch runs on its own — offline, all week.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BUILD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parts, carefully chosen.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78992" y="2194560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C:\Users\Ashut\AppData\Local\Temp\claude\D--NCSC-HealthTracker\73a9a84b-9176-4595-9c0d-23c539b44801\scratchpad\assets\ic-chip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833" y="2339401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87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watch. Capable of Wi-Fi and Bluetooth — we deliberately switch both off and never use them.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611112" y="2194560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953" y="2339401"/>
            <a:ext cx="313822" cy="3138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USB cable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487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data reaches the watch. No pairing, no network, no chance of remote access.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" y="3675888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078992" y="4041648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C:\Users\Ashut\AppData\Local\Temp\claude\D--NCSC-HealthTracker\73a9a84b-9176-4595-9c0d-23c539b44801\scratchpad\assets\ic-watch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833" y="4186489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mini-language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3342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binary format we designed, so a whole week's schedule fits in a few hundred bytes.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3675888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611112" y="4041648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C:\Users\Ashut\AppData\Local\Temp\claude\D--NCSC-HealthTracker\73a9a84b-9176-4595-9c0d-23c539b44801\scratchpad\assets\ic-users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5953" y="4186489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website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3342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parents plan, review and send the schedule. Built with Python and a secure cloud database.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541324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is off-the-shelf and low-cost — this is meant to be buildable, not theoretical.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APP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parent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five minutes.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45059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settings to learn and no jargon. A parent answers a few plain questions about their child's week, and the schedule builds itself.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657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plan risks the child's sleep, the app says so — before anything reaches the watch.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739128" y="1536192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C:\Users\Ashut\AppData\Local\Temp\claude\D--NCSC-HealthTracker\73a9a84b-9176-4595-9c0d-23c539b44801\scratchpad\assets\ic-users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412" y="1663476"/>
            <a:ext cx="275783" cy="27578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6093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plan, in plain language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739128" y="2286000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412" y="241328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359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sleep-safety check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739128" y="3035808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412" y="3163092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52360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breaks added for you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739128" y="3785616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C:\Users\Ashut\AppData\Local\Temp\claude\D--NCSC-HealthTracker\73a9a84b-9176-4595-9c0d-23c539b44801\scratchpad\assets\ic-watch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6412" y="3912900"/>
            <a:ext cx="275783" cy="27578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52360" y="3858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timetable you can edit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739128" y="4535424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6412" y="4662708"/>
            <a:ext cx="275783" cy="27578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452360" y="46085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update to the watch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3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is the cheapest health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we have.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97280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899" y="28785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costs nothing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supplements, tutors or clinics, protected sleep is free. It only needs to be scheduled and defended.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4407408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91456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5075" y="28785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1456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protects everything else</a:t>
            </a:r>
            <a:endParaRPr lang="en-US" sz="1750" dirty="0"/>
          </a:p>
        </p:txBody>
      </p:sp>
      <p:sp>
        <p:nvSpPr>
          <p:cNvPr id="13" name="Text 9"/>
          <p:cNvSpPr txBox="1"/>
          <p:nvPr/>
        </p:nvSpPr>
        <p:spPr>
          <a:xfrm>
            <a:off x="4791456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mood, immunity, appetite and concentration all depend on it — the whole health theme in one habit.</a:t>
            </a:r>
            <a:endParaRPr lang="en-US" sz="1280" dirty="0"/>
          </a:p>
        </p:txBody>
      </p:sp>
      <p:sp>
        <p:nvSpPr>
          <p:cNvPr id="14" name="Shape 10"/>
          <p:cNvSpPr/>
          <p:nvPr/>
        </p:nvSpPr>
        <p:spPr>
          <a:xfrm>
            <a:off x="8101584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85632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C:\Users\Ashut\AppData\Local\Temp\claude\D--NCSC-HealthTracker\73a9a84b-9176-4595-9c0d-23c539b44801\scratchpad\assets\ic-rupee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251" y="287853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reach every home</a:t>
            </a:r>
            <a:endParaRPr lang="en-US" sz="175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low-cost parts, with no subscription and no internet needed on the child's side.</a:t>
            </a:r>
            <a:endParaRPr lang="en-US" sz="1280" dirty="0"/>
          </a:p>
        </p:txBody>
      </p:sp>
      <p:sp>
        <p:nvSpPr>
          <p:cNvPr id="19" name="Text 14"/>
          <p:cNvSpPr txBox="1"/>
          <p:nvPr/>
        </p:nvSpPr>
        <p:spPr>
          <a:xfrm>
            <a:off x="713232" y="543153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Agriculture and Health — this is the health of the child who has to sit through the school day.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wrist.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24128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watch, the protocol and the parent website are built and running end to end.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38144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74904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with real families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on wrists for a month and measure whether sleep actually improves.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73952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gentler wake-up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child at a light point in their sleep, not mid-dream.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87968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198864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school edition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a class, so a school can see the pattern and act on it.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88289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works today. The next step is proving it changes behaviour.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068" y="137160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23744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kern="0" spc="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18688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sleep,</a:t>
            </a:r>
            <a:endParaRPr lang="en-US" sz="42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rest follows.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40" dirty="0">
                <a:solidFill>
                  <a:srgbClr val="8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Children's Science Congress   ·   Food, Agriculture and Health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1621</Words>
  <Application>Microsoft Office PowerPoint</Application>
  <PresentationFormat>Widescreen</PresentationFormat>
  <Paragraphs>199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Children's Science Congress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Restwise — NCSC Project Presentation</dc:title>
  <dc:subject>PptxGenJS Presentation</dc:subject>
  <dc:creator>Restwise</dc:creator>
  <cp:lastModifiedBy>Ashutosh Peri</cp:lastModifiedBy>
  <cp:revision>8</cp:revision>
  <dcterms:created xsi:type="dcterms:W3CDTF">2026-08-27T16:08:03Z</dcterms:created>
  <dcterms:modified xsi:type="dcterms:W3CDTF">2026-08-28T05:19:54Z</dcterms:modified>
</cp:coreProperties>
</file>