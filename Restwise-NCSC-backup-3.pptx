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37E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6E-4600-B503-1D080C16745D}"/>
              </c:ext>
            </c:extLst>
          </c:dPt>
          <c:dPt>
            <c:idx val="1"/>
            <c:invertIfNegative val="0"/>
            <c:bubble3D val="0"/>
            <c:spPr>
              <a:solidFill>
                <a:srgbClr val="2F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6E-4600-B503-1D080C16745D}"/>
              </c:ext>
            </c:extLst>
          </c:dPt>
          <c:dPt>
            <c:idx val="2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6E-4600-B503-1D080C16745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C2B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More than 8 hours</c:v>
                </c:pt>
                <c:pt idx="1">
                  <c:v>6 – 8 hours</c:v>
                </c:pt>
                <c:pt idx="2">
                  <c:v>Less than 5 hours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39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6E-4600-B503-1D080C1674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4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Restwise is a wearable for students that protects sleep. The three pills are the point of difference — it has no radios at all. Our NCSC theme is Food, Agriculture and Health, and we're taking on the Health side: student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bars. The gap is about three hours a night. Multiply that across a school year and it stops being a small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 — this is the story of how the idea began, not a statistic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was a real survey with real students — collected both on paper and through our own website, not guessed at. Over 100 responses gives us something solid to design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Read the orange bar out loud — nearly 3 in 10 students are under five hours a night, which is genuinely alarming for a growing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one sentence each — stress frequency, daytime energy, and breaks. The last line is the bridge into the insight slide — no recovery time means tiredness stacks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turn in the presentation — from problem to solution. Say the second line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in one breath. Three pillars — protect sleep, force breaks, no radios. The third one is what makes it different from every other smartwatch.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ask about. The answer: a device meant to reduce distraction cannot itself be a source of distraction. Removing the radio is a design decision,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Emphasise step 2 — the software will not let a parent save a schedule that starves the child of sleep. That check is the heart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ESP32 when we don't use its radio: it's cheap, widely available, low power, and easy for students to work with. Turning the radio off costs us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message is that the parent does almost nothing — the app does the thinking and the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NCSC theme explicitly here — the judges are listening for that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the prototype is real, the trial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624" y="1170432"/>
            <a:ext cx="1298448" cy="12984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Restwise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657600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 that guards sleep — instead of stealing it.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91373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91373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0829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0829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Bluetooth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0285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0285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ends at 3.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doesn't.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70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tuition, homework and travel, a student's day quietly stretches past midnight.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the only block in that day with no fixed start time. So it becomes the one that gets cut — every single 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1228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TEENAGER NEEDS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12280" y="1993392"/>
            <a:ext cx="4206240" cy="566928"/>
          </a:xfrm>
          <a:prstGeom prst="roundRect">
            <a:avLst>
              <a:gd name="adj" fmla="val 48387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68312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hours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STUDENTS 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3364992"/>
            <a:ext cx="2721685" cy="566928"/>
          </a:xfrm>
          <a:prstGeom prst="roundRect">
            <a:avLst>
              <a:gd name="adj" fmla="val 48387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68312" y="33649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hours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shortfall of roughly 3 hours — repeated every school night, for years.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CAME FROM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noticed it before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prove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was everywhere around us — classmates falling asleep in class, skipping breakfast, carrying tuition bags into the evening.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'everyone seems tired' is not evidence. Before designing anything, we wanted to know how big the problem actually was.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88720"/>
            <a:ext cx="5120640" cy="4114800"/>
          </a:xfrm>
          <a:prstGeom prst="roundRect">
            <a:avLst>
              <a:gd name="adj" fmla="val 1111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39128" y="129844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2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67004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hardest-working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in class always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exhausted one?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90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started this project.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assume.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4663440" cy="2377440"/>
          </a:xfrm>
          <a:prstGeom prst="roundRect">
            <a:avLst>
              <a:gd name="adj" fmla="val 1923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24712" y="29992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students surveyed, across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and age groups.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024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 them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9" name="Image 0" descr="C:\Users\Ashut\AppData\Local\Temp\claude\D--NCSC-HealthTracker\73a9a84b-9176-4595-9c0d-23c539b44801\scratchpad\assets\ic-clock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32" y="1740652"/>
            <a:ext cx="304312" cy="304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14032" y="1618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daily schedule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14032" y="1901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tuition, homework and travel — hour by hour.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256032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532" y="27007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14032" y="25786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on school nights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114032" y="28620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they sleep, what time they wake.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352044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2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532" y="366089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1403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its triggers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14032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often, and what sets it off.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48056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532" y="462101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4032" y="4498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wind-down habits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14032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rest is built into the day at all.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on paper and online — every answer came from a real student.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students are running on empty.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69037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969264" y="2029968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7973568" y="1783080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 10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sleep 8 hours or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on a school night.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 in 10 get less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5 hours on some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nights.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just the hours. It's the relentlessness.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88" y="23708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feel stressed almost every day because of school, tuition or exams.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boo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464" y="23708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half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low or very low energy levels during the day.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37E71"/>
          </a:solidFill>
          <a:ln w="12700">
            <a:solidFill>
              <a:srgbClr val="237E71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640" y="237085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a proper break between school, tuition and homework.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06577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never gets a break never gets to recover — so the tiredness compounds instead of resetting.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417320"/>
            <a:ext cx="822960" cy="82296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Ashut\AppData\Local\Temp\claude\D--NCSC-HealthTracker\73a9a84b-9176-4595-9c0d-23c539b44801\scratchpad\assets\ic-spark-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16148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" y="2487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7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816352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already know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sleep.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4041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their day protects it.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posters don't fix this. A schedule that actually holds the line does.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pic>
        <p:nvPicPr>
          <p:cNvPr id="3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9601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10512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Restwise.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121408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smartwatch that carries one job: hold a student's day to a schedule that leaves room for sleep.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13232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99" y="3335731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sleep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is checked for a full 8-hour sleep block before it can be saved.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7408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91456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075" y="3335731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91456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real breaks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791456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buzz for water and rest during long stretches of study.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01584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85632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8" name="Image 3" descr="C:\Users\Ashut\AppData\Local\Temp\claude\D--NCSC-HealthTracker\73a9a84b-9176-4595-9c0d-23c539b44801\scratchpad\assets\ic-wifiOff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9251" y="333573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85632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radios at all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485632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Wi-Fi, no Bluetooth, no notifications. Nothing to scroll, nothing to be distracted by.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smartwatch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one more screen.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3957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distracted, sleep-deprived student a device that buzzes with messages solves nothing. So we removed the radios entirely.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456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talks to exactly one thing: a parent's computer, over a cable, when the parent chooses.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FBEEE7"/>
          </a:solidFill>
          <a:ln w="12700">
            <a:solidFill>
              <a:srgbClr val="FBEEE7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48132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191" y="1617391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C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smartwatch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39128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5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wireless signal · notifications · games and apps · another thing to check at midnight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3401568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39128" y="3712464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191" y="384852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739128" y="44988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radio emission · a schedule and a clock · nothing to open, nothing to scroll, nothing to notify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Once a week.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145536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7" name="Image 0" descr="C:\Users\Ashut\AppData\Local\Temp\claude\D--NCSC-HealthTracker\73a9a84b-9176-4595-9c0d-23c539b44801\scratchpad\assets\ic-char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988" y="2280148"/>
            <a:ext cx="304312" cy="304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plans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chat on our website builds the week around the child's real school and tuition timings.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7408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91456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839712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che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164" y="2280148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91456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checked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91456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 refuses any schedule that leaves less than 8 hours of sleep, and adds water breaks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01584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85632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533888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9" name="Image 2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340" y="2280148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85632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is updated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cable, one click. The schedule is compiled and sent to the watch — then the cable comes off.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" y="5047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the watch runs on its own — offline, all week.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8" grpId="0" animBg="1"/>
      <p:bldP spid="9" grpId="0" animBg="1"/>
      <p:bldP spid="11" grpId="0" animBg="1"/>
      <p:bldP spid="14" grpId="0" animBg="1"/>
      <p:bldP spid="15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parts, carefully chosen.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chip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33" y="2339401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watch. Capable of Wi-Fi and Bluetooth — we deliberately switch both off and never use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53" y="233940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USB cable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data reaches the watch. No pairing, no network, no chance of remote access.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899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833" y="418648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mini-language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binary format we designed, so a whole week's schedule fits in a few hundred bytes.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53" y="418648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website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parents plan, review and send the schedule. Built with Python and a secure cloud database.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is off-the-shelf and low-cost — this is meant to be buildable, not theoretical.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APP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parent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five minutes.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4505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settings to learn and no jargon. A parent answers a few plain questions about their child's week, and the schedule builds itself.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risks the child's sleep, the app says so — before anything reaches the watch.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536192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412" y="1663476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609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plan, in plain language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39128" y="22860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412" y="24132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sleep-safety check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739128" y="3035808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4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412" y="316309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breaks added for you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39128" y="3785616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3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6412" y="3912900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3858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timetable you can edit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739128" y="4535424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0" name="Image 4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6412" y="4662708"/>
            <a:ext cx="275783" cy="2757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52360" y="4608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update to the watch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is the cheapest health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we have.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28785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nothing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supplements, tutors or clinics, protected sleep is free. It only needs to be scheduled and defended.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407408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075" y="28785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everything else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mood, immunity, appetite and concentration all depend on it — the whole health theme in one habit.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8101584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rupe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1" y="28785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reach every home</a:t>
            </a:r>
            <a:endParaRPr lang="en-US" sz="175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low-cost parts, with no subscription and no internet needed on the child's side.</a:t>
            </a:r>
            <a:endParaRPr lang="en-US" sz="128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43153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and Health — this is the health of the child who has to sit through the school day.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wrist.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watch, the protocol and the parent website are built and running end to 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90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with real families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wrists for a month and measure whether sleep actually improves.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73952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gentler wake-up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child at a light point in their sleep, not mid-dream.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7968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98864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edition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 class, so a school can see the pattern and act on it.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88289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 today. The next step is proving it changes behaviour.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68" y="13716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23744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kern="0" spc="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18688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sleep,</a:t>
            </a:r>
            <a:endParaRPr lang="en-US" sz="4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rest follows.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extLst>
          <p:ext uri="{EAC30AE4-FB1A-49FA-B60E-2F6A631AC59A}">
            <p14:morph xmlns="" p14:option="byObject"/>
          </p:ext>
        </p:extLst>
      </p:transition>
    </mc:Choice>
    <mc:Fallback>
      <p:transition spd="slow">
        <p:extLst>
          <p:ext uri="{EAC30AE4-FB1A-49FA-B60E-2F6A631AC59A}">
            <p14:morph xmlns:p14="http://schemas.microsoft.com/office/powerpoint/2010/main" xmlns="" p14:option="byObject"/>
          </p:ext>
        </p:extLst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Children's Science Congress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Restwise — NCSC Project Presentation</dc:title>
  <dc:subject>PptxGenJS Presentation</dc:subject>
  <dc:creator>Restwise</dc:creator>
  <cp:lastModifiedBy>Ashutosh Peri</cp:lastModifiedBy>
  <cp:revision>2</cp:revision>
  <dcterms:created xsi:type="dcterms:W3CDTF">2026-08-27T16:08:03Z</dcterms:created>
  <dcterms:modified xsi:type="dcterms:W3CDTF">2026-08-28T04:18:07Z</dcterms:modified>
</cp:coreProperties>
</file>