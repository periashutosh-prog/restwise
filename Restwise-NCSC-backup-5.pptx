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E-4600-B503-1D080C16745D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E-4600-B503-1D080C16745D}"/>
              </c:ext>
            </c:extLst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E-4600-B503-1D080C16745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2B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More than 8 hours</c:v>
                </c:pt>
                <c:pt idx="1">
                  <c:v>6 – 8 hours</c:v>
                </c:pt>
                <c:pt idx="2">
                  <c:v>Less than 5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6E-4600-B503-1D080C1674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4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rphAnchor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7" name="MorphAnchor">
            <a:extLst>
              <a:ext uri="{FF2B5EF4-FFF2-40B4-BE49-F238E27FC236}">
                <a16:creationId xmlns:a16="http://schemas.microsoft.com/office/drawing/2014/main" id="{BE145122-2510-B44F-229F-BFCC5B142D5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160" y="508000"/>
            <a:ext cx="548640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 xmlns=""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C:\Users\Ashut\AppData\Local\Temp\claude\D--NCSC-HealthTracker\73a9a84b-9176-4595-9c0d-23c539b44801\scratchpad\assets\ic-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969264" y="2029968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path" presetSubtype="0" accel="50000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boo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C:\Users\Ashut\AppData\Local\Temp\claude\D--NCSC-HealthTracker\73a9a84b-9176-4595-9c0d-23c539b44801\scratchpad\assets\ic-spark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8" presetClass="path" presetSubtype="0" accel="50000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C:\Users\Ashut\AppData\Local\Temp\claude\D--NCSC-HealthTracker\73a9a84b-9176-4595-9c0d-23c539b44801\scratchpad\assets\ic-wifiOff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8" presetClass="path" presetSubtype="0" accel="50000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C:\Users\Ashut\AppData\Local\Temp\claude\D--NCSC-HealthTracker\73a9a84b-9176-4595-9c0d-23c539b44801\scratchpad\assets\ic-char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C:\Users\Ashut\AppData\Local\Temp\claude\D--NCSC-HealthTracker\73a9a84b-9176-4595-9c0d-23c539b44801\scratchpad\assets\ic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path" presetSubtype="0" accel="50000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path" presetSubtype="0" accel="50000" decel="50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3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path" presetSubtype="0" accel="50000" decel="50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5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8" grpId="0" animBg="1"/>
      <p:bldP spid="9" grpId="0" animBg="1"/>
      <p:bldP spid="11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chi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Ashut\AppData\Local\Temp\claude\D--NCSC-HealthTracker\73a9a84b-9176-4595-9c0d-23c539b44801\scratchpad\assets\ic-rupe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path" presetSubtype="0" accel="50000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kern="0" spc="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path" presetSubtype="0" accel="50000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1621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Ashutosh Peri</cp:lastModifiedBy>
  <cp:revision>7</cp:revision>
  <dcterms:created xsi:type="dcterms:W3CDTF">2026-08-27T16:08:03Z</dcterms:created>
  <dcterms:modified xsi:type="dcterms:W3CDTF">2026-08-28T05:11:14Z</dcterms:modified>
</cp:coreProperties>
</file>